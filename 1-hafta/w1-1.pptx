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twick Ultra-Bold" charset="1" panose="00000900000000000000"/>
      <p:regular r:id="rId13"/>
    </p:embeddedFont>
    <p:embeddedFont>
      <p:font typeface="Codec Pro Ultra-Bold" charset="1" panose="00000700000000000000"/>
      <p:regular r:id="rId14"/>
    </p:embeddedFont>
    <p:embeddedFont>
      <p:font typeface="Codec Pro" charset="1" panose="00000500000000000000"/>
      <p:regular r:id="rId15"/>
    </p:embeddedFont>
    <p:embeddedFont>
      <p:font typeface="Codec Pro Bold" charset="1" panose="000006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D3D3D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2F4F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95507" y="1171470"/>
            <a:ext cx="6898579" cy="7848810"/>
            <a:chOff x="0" y="0"/>
            <a:chExt cx="1078972" cy="12275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8972" cy="1227593"/>
            </a:xfrm>
            <a:custGeom>
              <a:avLst/>
              <a:gdLst/>
              <a:ahLst/>
              <a:cxnLst/>
              <a:rect r="r" b="b" t="t" l="l"/>
              <a:pathLst>
                <a:path h="1227593" w="1078972">
                  <a:moveTo>
                    <a:pt x="56112" y="0"/>
                  </a:moveTo>
                  <a:lnTo>
                    <a:pt x="1022860" y="0"/>
                  </a:lnTo>
                  <a:cubicBezTo>
                    <a:pt x="1053850" y="0"/>
                    <a:pt x="1078972" y="25122"/>
                    <a:pt x="1078972" y="56112"/>
                  </a:cubicBezTo>
                  <a:lnTo>
                    <a:pt x="1078972" y="1171481"/>
                  </a:lnTo>
                  <a:cubicBezTo>
                    <a:pt x="1078972" y="1202471"/>
                    <a:pt x="1053850" y="1227593"/>
                    <a:pt x="1022860" y="1227593"/>
                  </a:cubicBezTo>
                  <a:lnTo>
                    <a:pt x="56112" y="1227593"/>
                  </a:lnTo>
                  <a:cubicBezTo>
                    <a:pt x="25122" y="1227593"/>
                    <a:pt x="0" y="1202471"/>
                    <a:pt x="0" y="1171481"/>
                  </a:cubicBezTo>
                  <a:lnTo>
                    <a:pt x="0" y="56112"/>
                  </a:lnTo>
                  <a:cubicBezTo>
                    <a:pt x="0" y="25122"/>
                    <a:pt x="25122" y="0"/>
                    <a:pt x="5611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96" r="0" b="-296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800225" y="2781320"/>
            <a:ext cx="7496175" cy="4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9"/>
              </a:lnSpc>
            </a:pPr>
            <a:r>
              <a:rPr lang="en-US" b="true" sz="7124" spc="-178">
                <a:solidFill>
                  <a:srgbClr val="2F4F4F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Data Analyst: Ma'lumotlar bilan Ishlash Mutaxassisi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0225" y="1504950"/>
            <a:ext cx="7496175" cy="47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799">
                <a:solidFill>
                  <a:srgbClr val="2F4F4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MA'LUMOTLAR BILAN ISHLASH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0225" y="8247380"/>
            <a:ext cx="7496175" cy="47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799">
                <a:solidFill>
                  <a:srgbClr val="36454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shaxa_dev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D3D3D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2F4F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800225" y="3352800"/>
            <a:ext cx="4619625" cy="3231344"/>
            <a:chOff x="0" y="0"/>
            <a:chExt cx="650279" cy="454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>
              <a:blip r:embed="rId2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834188" y="3352800"/>
            <a:ext cx="4619625" cy="3231344"/>
            <a:chOff x="0" y="0"/>
            <a:chExt cx="650279" cy="4548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>
              <a:blip r:embed="rId3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65501" y="3352800"/>
            <a:ext cx="4623063" cy="3231344"/>
            <a:chOff x="0" y="0"/>
            <a:chExt cx="650763" cy="4548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0763" cy="454859"/>
            </a:xfrm>
            <a:custGeom>
              <a:avLst/>
              <a:gdLst/>
              <a:ahLst/>
              <a:cxnLst/>
              <a:rect r="r" b="b" t="t" l="l"/>
              <a:pathLst>
                <a:path h="454859" w="650763">
                  <a:moveTo>
                    <a:pt x="83732" y="0"/>
                  </a:moveTo>
                  <a:lnTo>
                    <a:pt x="567032" y="0"/>
                  </a:lnTo>
                  <a:cubicBezTo>
                    <a:pt x="589239" y="0"/>
                    <a:pt x="610536" y="8822"/>
                    <a:pt x="626239" y="24524"/>
                  </a:cubicBezTo>
                  <a:cubicBezTo>
                    <a:pt x="641941" y="40227"/>
                    <a:pt x="650763" y="61525"/>
                    <a:pt x="650763" y="83732"/>
                  </a:cubicBezTo>
                  <a:lnTo>
                    <a:pt x="650763" y="371127"/>
                  </a:lnTo>
                  <a:cubicBezTo>
                    <a:pt x="650763" y="393334"/>
                    <a:pt x="641941" y="414631"/>
                    <a:pt x="626239" y="430334"/>
                  </a:cubicBezTo>
                  <a:cubicBezTo>
                    <a:pt x="610536" y="446037"/>
                    <a:pt x="589239" y="454859"/>
                    <a:pt x="567032" y="454859"/>
                  </a:cubicBezTo>
                  <a:lnTo>
                    <a:pt x="83732" y="454859"/>
                  </a:lnTo>
                  <a:cubicBezTo>
                    <a:pt x="61525" y="454859"/>
                    <a:pt x="40227" y="446037"/>
                    <a:pt x="24524" y="430334"/>
                  </a:cubicBezTo>
                  <a:cubicBezTo>
                    <a:pt x="8822" y="414631"/>
                    <a:pt x="0" y="393334"/>
                    <a:pt x="0" y="371127"/>
                  </a:cubicBezTo>
                  <a:lnTo>
                    <a:pt x="0" y="83732"/>
                  </a:lnTo>
                  <a:cubicBezTo>
                    <a:pt x="0" y="61525"/>
                    <a:pt x="8822" y="40227"/>
                    <a:pt x="24524" y="24524"/>
                  </a:cubicBezTo>
                  <a:cubicBezTo>
                    <a:pt x="40227" y="8822"/>
                    <a:pt x="61525" y="0"/>
                    <a:pt x="83732" y="0"/>
                  </a:cubicBezTo>
                  <a:close/>
                </a:path>
              </a:pathLst>
            </a:custGeom>
            <a:blipFill>
              <a:blip r:embed="rId4"/>
              <a:stretch>
                <a:fillRect l="-194" t="0" r="-194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800225" y="6934200"/>
            <a:ext cx="4619625" cy="1196340"/>
            <a:chOff x="0" y="0"/>
            <a:chExt cx="6159500" cy="15951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27685"/>
              <a:ext cx="6159500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Ma’lumotlar Excel orqali oson yig‘iladi.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6159500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Excel Fayllar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34188" y="6934200"/>
            <a:ext cx="4479254" cy="1196340"/>
            <a:chOff x="0" y="0"/>
            <a:chExt cx="5972338" cy="15951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527685"/>
              <a:ext cx="5972338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Ma’lumotlar SQL orqali tezda olinadi.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5972338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SQL Bazalar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68150" y="6934200"/>
            <a:ext cx="4620413" cy="1196340"/>
            <a:chOff x="0" y="0"/>
            <a:chExt cx="6160551" cy="159512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527685"/>
              <a:ext cx="6160551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Tashqi manbalardan ma’lumot olish mumkin.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6160551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Web API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05025" y="1504950"/>
            <a:ext cx="1407795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80"/>
              </a:lnSpc>
            </a:pPr>
            <a:r>
              <a:rPr lang="en-US" b="true" sz="5400" spc="-135">
                <a:solidFill>
                  <a:srgbClr val="2F4F4F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Ma’lumotlarni yig‘ish jarayoni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D3D3D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2F4F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800225" y="3352800"/>
            <a:ext cx="4619625" cy="3231344"/>
            <a:chOff x="0" y="0"/>
            <a:chExt cx="650279" cy="454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>
              <a:blip r:embed="rId2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834188" y="3352800"/>
            <a:ext cx="4619625" cy="3231344"/>
            <a:chOff x="0" y="0"/>
            <a:chExt cx="650279" cy="4548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>
              <a:blip r:embed="rId3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65501" y="3352800"/>
            <a:ext cx="4623063" cy="3231344"/>
            <a:chOff x="0" y="0"/>
            <a:chExt cx="650763" cy="4548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0763" cy="454859"/>
            </a:xfrm>
            <a:custGeom>
              <a:avLst/>
              <a:gdLst/>
              <a:ahLst/>
              <a:cxnLst/>
              <a:rect r="r" b="b" t="t" l="l"/>
              <a:pathLst>
                <a:path h="454859" w="650763">
                  <a:moveTo>
                    <a:pt x="83732" y="0"/>
                  </a:moveTo>
                  <a:lnTo>
                    <a:pt x="567032" y="0"/>
                  </a:lnTo>
                  <a:cubicBezTo>
                    <a:pt x="589239" y="0"/>
                    <a:pt x="610536" y="8822"/>
                    <a:pt x="626239" y="24524"/>
                  </a:cubicBezTo>
                  <a:cubicBezTo>
                    <a:pt x="641941" y="40227"/>
                    <a:pt x="650763" y="61525"/>
                    <a:pt x="650763" y="83732"/>
                  </a:cubicBezTo>
                  <a:lnTo>
                    <a:pt x="650763" y="371127"/>
                  </a:lnTo>
                  <a:cubicBezTo>
                    <a:pt x="650763" y="393334"/>
                    <a:pt x="641941" y="414631"/>
                    <a:pt x="626239" y="430334"/>
                  </a:cubicBezTo>
                  <a:cubicBezTo>
                    <a:pt x="610536" y="446037"/>
                    <a:pt x="589239" y="454859"/>
                    <a:pt x="567032" y="454859"/>
                  </a:cubicBezTo>
                  <a:lnTo>
                    <a:pt x="83732" y="454859"/>
                  </a:lnTo>
                  <a:cubicBezTo>
                    <a:pt x="61525" y="454859"/>
                    <a:pt x="40227" y="446037"/>
                    <a:pt x="24524" y="430334"/>
                  </a:cubicBezTo>
                  <a:cubicBezTo>
                    <a:pt x="8822" y="414631"/>
                    <a:pt x="0" y="393334"/>
                    <a:pt x="0" y="371127"/>
                  </a:cubicBezTo>
                  <a:lnTo>
                    <a:pt x="0" y="83732"/>
                  </a:lnTo>
                  <a:cubicBezTo>
                    <a:pt x="0" y="61525"/>
                    <a:pt x="8822" y="40227"/>
                    <a:pt x="24524" y="24524"/>
                  </a:cubicBezTo>
                  <a:cubicBezTo>
                    <a:pt x="40227" y="8822"/>
                    <a:pt x="61525" y="0"/>
                    <a:pt x="83732" y="0"/>
                  </a:cubicBezTo>
                  <a:close/>
                </a:path>
              </a:pathLst>
            </a:custGeom>
            <a:blipFill>
              <a:blip r:embed="rId4"/>
              <a:stretch>
                <a:fillRect l="-194" t="0" r="-194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800225" y="6934200"/>
            <a:ext cx="4619625" cy="1186815"/>
            <a:chOff x="0" y="0"/>
            <a:chExt cx="6159500" cy="15824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14985"/>
              <a:ext cx="6159500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Bo'sh qiymatlarni to'ldirish jarayoni muhimdir.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6159500" cy="546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Bo'sh qiymatlar(null)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34188" y="6934200"/>
            <a:ext cx="4479254" cy="1196340"/>
            <a:chOff x="0" y="0"/>
            <a:chExt cx="5972338" cy="15951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527685"/>
              <a:ext cx="5972338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Xato formatlarni to'g'irlash sifatni ta'minlaydi.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5972338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Xato formatlar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68150" y="6934200"/>
            <a:ext cx="4620413" cy="1196340"/>
            <a:chOff x="0" y="0"/>
            <a:chExt cx="6160551" cy="159512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527685"/>
              <a:ext cx="6160551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Dublikatlarni olib tashlash to'g'ri tahlil uchun zarur.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6160551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Dublikatlar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05025" y="1504950"/>
            <a:ext cx="1407795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80"/>
              </a:lnSpc>
            </a:pPr>
            <a:r>
              <a:rPr lang="en-US" b="true" sz="5400" spc="-135">
                <a:solidFill>
                  <a:srgbClr val="2F4F4F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Ma’lumotlarni tozalash jarayoni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D3D3D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2F4F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800225" y="3352800"/>
            <a:ext cx="4619625" cy="3231344"/>
            <a:chOff x="0" y="0"/>
            <a:chExt cx="650279" cy="454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>
              <a:blip r:embed="rId2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834188" y="3352800"/>
            <a:ext cx="4619625" cy="3231344"/>
            <a:chOff x="0" y="0"/>
            <a:chExt cx="650279" cy="4548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>
              <a:blip r:embed="rId3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65501" y="3352800"/>
            <a:ext cx="4623063" cy="3231344"/>
            <a:chOff x="0" y="0"/>
            <a:chExt cx="650763" cy="4548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0763" cy="454859"/>
            </a:xfrm>
            <a:custGeom>
              <a:avLst/>
              <a:gdLst/>
              <a:ahLst/>
              <a:cxnLst/>
              <a:rect r="r" b="b" t="t" l="l"/>
              <a:pathLst>
                <a:path h="454859" w="650763">
                  <a:moveTo>
                    <a:pt x="83732" y="0"/>
                  </a:moveTo>
                  <a:lnTo>
                    <a:pt x="567032" y="0"/>
                  </a:lnTo>
                  <a:cubicBezTo>
                    <a:pt x="589239" y="0"/>
                    <a:pt x="610536" y="8822"/>
                    <a:pt x="626239" y="24524"/>
                  </a:cubicBezTo>
                  <a:cubicBezTo>
                    <a:pt x="641941" y="40227"/>
                    <a:pt x="650763" y="61525"/>
                    <a:pt x="650763" y="83732"/>
                  </a:cubicBezTo>
                  <a:lnTo>
                    <a:pt x="650763" y="371127"/>
                  </a:lnTo>
                  <a:cubicBezTo>
                    <a:pt x="650763" y="393334"/>
                    <a:pt x="641941" y="414631"/>
                    <a:pt x="626239" y="430334"/>
                  </a:cubicBezTo>
                  <a:cubicBezTo>
                    <a:pt x="610536" y="446037"/>
                    <a:pt x="589239" y="454859"/>
                    <a:pt x="567032" y="454859"/>
                  </a:cubicBezTo>
                  <a:lnTo>
                    <a:pt x="83732" y="454859"/>
                  </a:lnTo>
                  <a:cubicBezTo>
                    <a:pt x="61525" y="454859"/>
                    <a:pt x="40227" y="446037"/>
                    <a:pt x="24524" y="430334"/>
                  </a:cubicBezTo>
                  <a:cubicBezTo>
                    <a:pt x="8822" y="414631"/>
                    <a:pt x="0" y="393334"/>
                    <a:pt x="0" y="371127"/>
                  </a:cubicBezTo>
                  <a:lnTo>
                    <a:pt x="0" y="83732"/>
                  </a:lnTo>
                  <a:cubicBezTo>
                    <a:pt x="0" y="61525"/>
                    <a:pt x="8822" y="40227"/>
                    <a:pt x="24524" y="24524"/>
                  </a:cubicBezTo>
                  <a:cubicBezTo>
                    <a:pt x="40227" y="8822"/>
                    <a:pt x="61525" y="0"/>
                    <a:pt x="83732" y="0"/>
                  </a:cubicBezTo>
                  <a:close/>
                </a:path>
              </a:pathLst>
            </a:custGeom>
            <a:blipFill>
              <a:blip r:embed="rId4"/>
              <a:stretch>
                <a:fillRect l="-194" t="0" r="-194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800225" y="6934200"/>
            <a:ext cx="4619625" cy="1586865"/>
            <a:chOff x="0" y="0"/>
            <a:chExt cx="6159500" cy="21158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27685"/>
              <a:ext cx="6159500" cy="1588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Statistika orqali ma’lumotlardagi tendensiyalarni aniqlash.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6159500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Trendlar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34188" y="6934200"/>
            <a:ext cx="4479254" cy="1196340"/>
            <a:chOff x="0" y="0"/>
            <a:chExt cx="5972338" cy="15951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527685"/>
              <a:ext cx="5972338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Sabab–natija aloqalarini tahlil qilish jarayoni.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5972338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Aloqalar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68150" y="6934200"/>
            <a:ext cx="4620413" cy="1586865"/>
            <a:chOff x="0" y="0"/>
            <a:chExt cx="6160551" cy="211582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527685"/>
              <a:ext cx="6160551" cy="1588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Ma’lumotlar asosida segmentlarni aniqlash va ajratish.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6160551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Segmentatsiya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05025" y="1123950"/>
            <a:ext cx="1407795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36"/>
              </a:lnSpc>
            </a:pPr>
            <a:r>
              <a:rPr lang="en-US" b="true" sz="5197" spc="-129">
                <a:solidFill>
                  <a:srgbClr val="2F4F4F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Ma’lumotlarni tahlil qilish: Trendlar va Aloqalar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D3D3D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2F4F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800225" y="3352800"/>
            <a:ext cx="4619625" cy="3231344"/>
            <a:chOff x="0" y="0"/>
            <a:chExt cx="650279" cy="454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>
              <a:blip r:embed="rId2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834188" y="3352800"/>
            <a:ext cx="4619625" cy="3231344"/>
            <a:chOff x="0" y="0"/>
            <a:chExt cx="650279" cy="4548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>
              <a:blip r:embed="rId3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65501" y="3352800"/>
            <a:ext cx="4623063" cy="3231344"/>
            <a:chOff x="0" y="0"/>
            <a:chExt cx="650763" cy="4548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0763" cy="454859"/>
            </a:xfrm>
            <a:custGeom>
              <a:avLst/>
              <a:gdLst/>
              <a:ahLst/>
              <a:cxnLst/>
              <a:rect r="r" b="b" t="t" l="l"/>
              <a:pathLst>
                <a:path h="454859" w="650763">
                  <a:moveTo>
                    <a:pt x="83732" y="0"/>
                  </a:moveTo>
                  <a:lnTo>
                    <a:pt x="567032" y="0"/>
                  </a:lnTo>
                  <a:cubicBezTo>
                    <a:pt x="589239" y="0"/>
                    <a:pt x="610536" y="8822"/>
                    <a:pt x="626239" y="24524"/>
                  </a:cubicBezTo>
                  <a:cubicBezTo>
                    <a:pt x="641941" y="40227"/>
                    <a:pt x="650763" y="61525"/>
                    <a:pt x="650763" y="83732"/>
                  </a:cubicBezTo>
                  <a:lnTo>
                    <a:pt x="650763" y="371127"/>
                  </a:lnTo>
                  <a:cubicBezTo>
                    <a:pt x="650763" y="393334"/>
                    <a:pt x="641941" y="414631"/>
                    <a:pt x="626239" y="430334"/>
                  </a:cubicBezTo>
                  <a:cubicBezTo>
                    <a:pt x="610536" y="446037"/>
                    <a:pt x="589239" y="454859"/>
                    <a:pt x="567032" y="454859"/>
                  </a:cubicBezTo>
                  <a:lnTo>
                    <a:pt x="83732" y="454859"/>
                  </a:lnTo>
                  <a:cubicBezTo>
                    <a:pt x="61525" y="454859"/>
                    <a:pt x="40227" y="446037"/>
                    <a:pt x="24524" y="430334"/>
                  </a:cubicBezTo>
                  <a:cubicBezTo>
                    <a:pt x="8822" y="414631"/>
                    <a:pt x="0" y="393334"/>
                    <a:pt x="0" y="371127"/>
                  </a:cubicBezTo>
                  <a:lnTo>
                    <a:pt x="0" y="83732"/>
                  </a:lnTo>
                  <a:cubicBezTo>
                    <a:pt x="0" y="61525"/>
                    <a:pt x="8822" y="40227"/>
                    <a:pt x="24524" y="24524"/>
                  </a:cubicBezTo>
                  <a:cubicBezTo>
                    <a:pt x="40227" y="8822"/>
                    <a:pt x="61525" y="0"/>
                    <a:pt x="83732" y="0"/>
                  </a:cubicBezTo>
                  <a:close/>
                </a:path>
              </a:pathLst>
            </a:custGeom>
            <a:blipFill>
              <a:blip r:embed="rId4"/>
              <a:stretch>
                <a:fillRect l="-194" t="0" r="-194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800225" y="6934200"/>
            <a:ext cx="4619625" cy="1196340"/>
            <a:chOff x="0" y="0"/>
            <a:chExt cx="6159500" cy="15951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27685"/>
              <a:ext cx="6159500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Bar charts help compare different categories visually.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6159500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Bar Chart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34188" y="6934200"/>
            <a:ext cx="4479254" cy="1196340"/>
            <a:chOff x="0" y="0"/>
            <a:chExt cx="5972338" cy="15951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527685"/>
              <a:ext cx="5972338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Line charts show trends over time effectively.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5972338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Line Chart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68150" y="6934200"/>
            <a:ext cx="4620413" cy="1586865"/>
            <a:chOff x="0" y="0"/>
            <a:chExt cx="6160551" cy="211582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527685"/>
              <a:ext cx="6160551" cy="1588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KPI cards display key performance indicators succinctly.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6160551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KPI Cards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05025" y="1123950"/>
            <a:ext cx="1407795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36"/>
              </a:lnSpc>
            </a:pPr>
            <a:r>
              <a:rPr lang="en-US" b="true" sz="5197" spc="-129">
                <a:solidFill>
                  <a:srgbClr val="2F4F4F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Vizualizatsiya: Ma'lumotlarni Ko'rsatish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D3D3D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2F4F4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105025" y="2158401"/>
            <a:ext cx="5753100" cy="5970198"/>
          </a:xfrm>
          <a:custGeom>
            <a:avLst/>
            <a:gdLst/>
            <a:ahLst/>
            <a:cxnLst/>
            <a:rect r="r" b="b" t="t" l="l"/>
            <a:pathLst>
              <a:path h="5970198" w="5753100">
                <a:moveTo>
                  <a:pt x="0" y="0"/>
                </a:moveTo>
                <a:lnTo>
                  <a:pt x="5753100" y="0"/>
                </a:lnTo>
                <a:lnTo>
                  <a:pt x="5753100" y="5970198"/>
                </a:lnTo>
                <a:lnTo>
                  <a:pt x="0" y="597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9296400" y="2457450"/>
            <a:ext cx="6886575" cy="4722495"/>
            <a:chOff x="0" y="0"/>
            <a:chExt cx="9182100" cy="629666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9182100" cy="4425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480"/>
                </a:lnSpc>
              </a:pPr>
              <a:r>
                <a:rPr lang="en-US" b="true" sz="5400" spc="-135">
                  <a:solidFill>
                    <a:srgbClr val="2F4F4F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Data analystning tashkilotdagi roli va ahamiyati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708525"/>
              <a:ext cx="9182100" cy="1588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Data analystlar </a:t>
              </a:r>
              <a:r>
                <a:rPr lang="en-US" b="true" sz="2400">
                  <a:solidFill>
                    <a:srgbClr val="36454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qarorlar ma’lumotga asoslangan</a:t>
              </a: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 bo‘lishini ta’minlaydilar, bu esa biznesni muvaffaqiyatga olib keladi.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D3D3D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2F4F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858125" y="1562100"/>
            <a:ext cx="8324850" cy="1619250"/>
            <a:chOff x="0" y="0"/>
            <a:chExt cx="11099800" cy="2159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1099800" cy="158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999"/>
                </a:lnSpc>
              </a:pPr>
              <a:r>
                <a:rPr lang="en-US" b="true" sz="7499" spc="-187">
                  <a:solidFill>
                    <a:srgbClr val="2F4F4F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Bog'lanish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599565"/>
              <a:ext cx="11099800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3645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Ma'lumotlar uchun biz bilan bog'laning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1600" y="6038870"/>
            <a:ext cx="6057900" cy="727670"/>
            <a:chOff x="0" y="0"/>
            <a:chExt cx="8077200" cy="97022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8077200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8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INSTAGRAM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49526"/>
              <a:ext cx="8077200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8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shaxa_dev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91600" y="7018060"/>
            <a:ext cx="6057900" cy="727670"/>
            <a:chOff x="0" y="0"/>
            <a:chExt cx="8077200" cy="97022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8077200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80"/>
                </a:lnSpc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TELEGRAM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49526"/>
              <a:ext cx="8077200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8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shaxa_dev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91600" y="7997244"/>
            <a:ext cx="6057900" cy="727670"/>
            <a:chOff x="0" y="0"/>
            <a:chExt cx="8077200" cy="97022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8077200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F4F4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YOUTUBE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49526"/>
              <a:ext cx="8077200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80"/>
                </a:lnSpc>
              </a:pPr>
              <a:r>
                <a:rPr lang="en-US" sz="2400">
                  <a:solidFill>
                    <a:srgbClr val="36454F"/>
                  </a:solidFill>
                  <a:latin typeface="Codec Pro"/>
                  <a:ea typeface="Codec Pro"/>
                  <a:cs typeface="Codec Pro"/>
                  <a:sym typeface="Codec Pro"/>
                </a:rPr>
                <a:t>shaxa_dev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5400000">
            <a:off x="727580" y="2266950"/>
            <a:ext cx="7158835" cy="5753100"/>
          </a:xfrm>
          <a:custGeom>
            <a:avLst/>
            <a:gdLst/>
            <a:ahLst/>
            <a:cxnLst/>
            <a:rect r="r" b="b" t="t" l="l"/>
            <a:pathLst>
              <a:path h="5753100" w="7158835">
                <a:moveTo>
                  <a:pt x="0" y="0"/>
                </a:moveTo>
                <a:lnTo>
                  <a:pt x="7158835" y="0"/>
                </a:lnTo>
                <a:lnTo>
                  <a:pt x="7158835" y="5753100"/>
                </a:lnTo>
                <a:lnTo>
                  <a:pt x="0" y="5753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Data Analyst: Ma'lumotlar bilan Ishlash Mutaxassisi</dc:description>
  <dc:identifier>DAG6wQOutoM</dc:identifier>
  <dcterms:modified xsi:type="dcterms:W3CDTF">2011-08-01T06:04:30Z</dcterms:modified>
  <cp:revision>1</cp:revision>
  <dc:title>w1-1</dc:title>
</cp:coreProperties>
</file>