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yutro Sans Heavy" charset="1" panose="00000000000000000000"/>
      <p:regular r:id="rId19"/>
    </p:embeddedFont>
    <p:embeddedFont>
      <p:font typeface="Nyutro Sans" charset="1" panose="00000000000000000000"/>
      <p:regular r:id="rId20"/>
    </p:embeddedFont>
    <p:embeddedFont>
      <p:font typeface="Nyutro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0"/>
            </a:xfrm>
            <a:custGeom>
              <a:avLst/>
              <a:gdLst/>
              <a:ahLst/>
              <a:cxnLst/>
              <a:rect r="r" b="b" t="t" l="l"/>
              <a:pathLst>
                <a:path h="2782840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820825"/>
            <a:chOff x="0" y="0"/>
            <a:chExt cx="13017500" cy="64277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3017500" cy="559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000"/>
                </a:lnSpc>
              </a:pPr>
              <a:r>
                <a:rPr lang="en-US" b="true" sz="15000" spc="-150">
                  <a:solidFill>
                    <a:srgbClr val="FDCA40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BI Ekotizimi Elementlari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694342"/>
              <a:ext cx="91821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Shaxa Dev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19850" y="4248150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72950" y="4248150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004E89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OLTP vs OLAP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19850" y="6038850"/>
            <a:ext cx="5448300" cy="1917700"/>
            <a:chOff x="0" y="0"/>
            <a:chExt cx="7264400" cy="2556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8100"/>
              <a:ext cx="7264400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OLTP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77950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Daily Transactions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Real-time Processing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038850"/>
            <a:ext cx="5448300" cy="1917700"/>
            <a:chOff x="0" y="0"/>
            <a:chExt cx="7264400" cy="255693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7264400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OLAP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77950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Analytical Insights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Historical Data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1575" y="3408107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DC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408107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E1E5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DCA4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OLTP vs OLAP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70786" y="6075107"/>
            <a:ext cx="3031604" cy="2317750"/>
            <a:chOff x="0" y="0"/>
            <a:chExt cx="4042139" cy="309033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OLTP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27150"/>
              <a:ext cx="4042139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Bank 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 e-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ommer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siya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ope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ra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iy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lar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8876" y="6075107"/>
            <a:ext cx="3025073" cy="1879600"/>
            <a:chOff x="0" y="0"/>
            <a:chExt cx="4033431" cy="250613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38100"/>
              <a:ext cx="4033431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OLAP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2715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Bi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z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nes intelle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kt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 anal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ti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ka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vosi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</a:t>
              </a:r>
              <a:r>
                <a:rPr lang="en-US" sz="2499" i="true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ari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034934" y="4796012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349759" y="4796012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274280" cy="3259643"/>
            <a:chOff x="0" y="0"/>
            <a:chExt cx="11032374" cy="43461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1032374" cy="1868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14"/>
                </a:lnSpc>
                <a:spcBef>
                  <a:spcPct val="0"/>
                </a:spcBef>
              </a:pPr>
              <a:r>
                <a:rPr lang="en-US" b="true" sz="9571" spc="-95" strike="noStrike" u="none">
                  <a:solidFill>
                    <a:srgbClr val="FDCA40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OLTP vs OLAP: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167207"/>
              <a:ext cx="91821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Tranz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aksiyalar uchun tez yozish, analitika uchun esa ko‘p o‘qishga yo‘naltirilgan (read-heavy).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78239"/>
              <a:ext cx="91821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FDCA4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</a:t>
              </a:r>
              <a:r>
                <a:rPr lang="en-US" b="true" sz="3000">
                  <a:solidFill>
                    <a:srgbClr val="FDCA4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ranzaksion va analitik tizimlarni tushunish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-588019"/>
            <a:ext cx="9442510" cy="7522219"/>
            <a:chOff x="0" y="0"/>
            <a:chExt cx="3546545" cy="2825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6545" cy="2825296"/>
            </a:xfrm>
            <a:custGeom>
              <a:avLst/>
              <a:gdLst/>
              <a:ahLst/>
              <a:cxnLst/>
              <a:rect r="r" b="b" t="t" l="l"/>
              <a:pathLst>
                <a:path h="2825296" w="3546545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t="0" r="-181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DCA4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Data Warehouse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353657"/>
            <a:chOff x="0" y="0"/>
            <a:chExt cx="9182100" cy="58048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1821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FDCA40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Data Warehouse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625892"/>
              <a:ext cx="91821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Sama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rali tahlil uchun tuzilgan (strukturaviy) ma’lumotlar saqlash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336925"/>
              <a:ext cx="91821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FDCA4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</a:t>
              </a:r>
              <a:r>
                <a:rPr lang="en-US" b="true" sz="3000">
                  <a:solidFill>
                    <a:srgbClr val="FDCA4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nalitika va hisobotlar uchun markazlashtirilgan ombor (repository)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-588019"/>
            <a:ext cx="9442510" cy="7522219"/>
            <a:chOff x="0" y="0"/>
            <a:chExt cx="3546545" cy="2825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6545" cy="2825296"/>
            </a:xfrm>
            <a:custGeom>
              <a:avLst/>
              <a:gdLst/>
              <a:ahLst/>
              <a:cxnLst/>
              <a:rect r="r" b="b" t="t" l="l"/>
              <a:pathLst>
                <a:path h="2825296" w="3546545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t="0" r="-181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765012"/>
            <a:chOff x="0" y="0"/>
            <a:chExt cx="9182100" cy="5020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725"/>
              <a:ext cx="9182100" cy="2939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5"/>
                </a:lnSpc>
                <a:spcBef>
                  <a:spcPct val="0"/>
                </a:spcBef>
              </a:pPr>
              <a:r>
                <a:rPr lang="en-US" b="true" sz="8550" spc="-85" strike="noStrike" u="none">
                  <a:solidFill>
                    <a:srgbClr val="FDCA40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Data Warehouse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841032"/>
              <a:ext cx="91821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Isho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nchli analitika va hisobotlar uchun markazlashtirilgan saqlash (ombor)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161665"/>
              <a:ext cx="91821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FDCA4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Structured, Cleaned, and Historical Data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-212836"/>
            <a:ext cx="9442510" cy="7522219"/>
            <a:chOff x="0" y="0"/>
            <a:chExt cx="3546545" cy="2825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6545" cy="2825296"/>
            </a:xfrm>
            <a:custGeom>
              <a:avLst/>
              <a:gdLst/>
              <a:ahLst/>
              <a:cxnLst/>
              <a:rect r="r" b="b" t="t" l="l"/>
              <a:pathLst>
                <a:path h="2825296" w="3546545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t="0" r="-181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DCA4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Data Lake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324957"/>
            <a:chOff x="0" y="0"/>
            <a:chExt cx="9182100" cy="44332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18210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004E89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Data Lake: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4292"/>
              <a:ext cx="91821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4A4A4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</a:t>
              </a:r>
              <a:r>
                <a:rPr lang="en-US" b="true" sz="2499">
                  <a:solidFill>
                    <a:srgbClr val="4A4A4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tructured</a:t>
              </a:r>
              <a:r>
                <a:rPr lang="en-US" sz="2499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and unstructured malumotlarni saqlaydigan ombor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65325"/>
              <a:ext cx="91821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Har qanday </a:t>
              </a:r>
              <a:r>
                <a:rPr lang="en-US" b="true" sz="3000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turdagi ma’lumotni (raw) saqlash uchun katta ombor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-588019"/>
            <a:ext cx="9442510" cy="7522219"/>
            <a:chOff x="0" y="0"/>
            <a:chExt cx="3546545" cy="2825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6545" cy="2825296"/>
            </a:xfrm>
            <a:custGeom>
              <a:avLst/>
              <a:gdLst/>
              <a:ahLst/>
              <a:cxnLst/>
              <a:rect r="r" b="b" t="t" l="l"/>
              <a:pathLst>
                <a:path h="2825296" w="3546545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t="0" r="-181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DCA4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Lakehouse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237232" cy="3915507"/>
            <a:chOff x="0" y="0"/>
            <a:chExt cx="10982976" cy="52206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1821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FDCA40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Lakehouse Architecture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625892"/>
              <a:ext cx="91821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icrosoft Fabric, Databricks, Snowflake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336925"/>
              <a:ext cx="1098297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FDCA4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Data Warehouse + Data Lake imkoniyatlarini birlashtirgan arxitektura.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-588019"/>
            <a:ext cx="9442510" cy="7522219"/>
            <a:chOff x="0" y="0"/>
            <a:chExt cx="3546545" cy="2825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6545" cy="2825296"/>
            </a:xfrm>
            <a:custGeom>
              <a:avLst/>
              <a:gdLst/>
              <a:ahLst/>
              <a:cxnLst/>
              <a:rect r="r" b="b" t="t" l="l"/>
              <a:pathLst>
                <a:path h="2825296" w="3546545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t="0" r="-181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744057"/>
            <a:chOff x="0" y="0"/>
            <a:chExt cx="9182100" cy="49920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18210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FDCA40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Lakehouse: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644692"/>
              <a:ext cx="91821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🔹 ETL +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Storage + Analytics → hammasi bitta platformada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🔹 Data War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house kab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zkor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🔹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ata </a:t>
              </a:r>
              <a:r>
                <a:rPr lang="en-US" sz="2499">
                  <a:solidFill>
                    <a:srgbClr val="FDCA4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Lake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65325"/>
              <a:ext cx="91821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FDCA4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As</a:t>
              </a:r>
              <a:r>
                <a:rPr lang="en-US" b="true" sz="3000">
                  <a:solidFill>
                    <a:srgbClr val="FDCA4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osiy Afzallik: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4073" y="-150073"/>
            <a:ext cx="9442510" cy="7522219"/>
            <a:chOff x="0" y="0"/>
            <a:chExt cx="3546545" cy="2825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6545" cy="2825296"/>
            </a:xfrm>
            <a:custGeom>
              <a:avLst/>
              <a:gdLst/>
              <a:ahLst/>
              <a:cxnLst/>
              <a:rect r="r" b="b" t="t" l="l"/>
              <a:pathLst>
                <a:path h="2825296" w="3546545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t="0" r="-181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773" y="6934200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E1E5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829550"/>
            <a:ext cx="4010025" cy="904575"/>
            <a:chOff x="0" y="0"/>
            <a:chExt cx="5346700" cy="1206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ha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x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_d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instagram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81575" y="7829550"/>
            <a:ext cx="4010025" cy="904575"/>
            <a:chOff x="0" y="0"/>
            <a:chExt cx="5346700" cy="12061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@sh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x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_d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2499" strike="noStrike" u="none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telegram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7829550"/>
            <a:ext cx="4010025" cy="904575"/>
            <a:chOff x="0" y="0"/>
            <a:chExt cx="5346700" cy="12061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4A4A4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shaxa_dev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4E89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Youtube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40779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DCA4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Thank You 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BI Ekotizimi Elementlari</dc:description>
  <dc:identifier>DAG6u9YgHCI</dc:identifier>
  <dcterms:modified xsi:type="dcterms:W3CDTF">2011-08-01T06:04:30Z</dcterms:modified>
  <cp:revision>1</cp:revision>
  <dc:title>Presentation - BI Ekotizimi Elementlari</dc:title>
</cp:coreProperties>
</file>